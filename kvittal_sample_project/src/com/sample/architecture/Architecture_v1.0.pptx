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1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2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9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8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9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58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10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7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2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7DB73-B00A-4EC3-9486-37EF9E0CFBE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AD21B-3C89-4A59-8A32-D8C12205E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5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</a:t>
            </a:r>
            <a:r>
              <a:rPr lang="en-US" dirty="0" smtClean="0"/>
              <a:t>STATE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960120" y="1920240"/>
            <a:ext cx="4242816" cy="4745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7028688" y="1920240"/>
            <a:ext cx="4242816" cy="4745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28800" y="2039112"/>
            <a:ext cx="2487168" cy="3291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SOLARIS (ORACLE)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906512" y="2039112"/>
            <a:ext cx="2487168" cy="3291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PIVOTAL CLOUD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267968" y="3058668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UI (PRO C)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515868" y="3058668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9" name="Can 8"/>
          <p:cNvSpPr/>
          <p:nvPr/>
        </p:nvSpPr>
        <p:spPr>
          <a:xfrm>
            <a:off x="2208276" y="4718304"/>
            <a:ext cx="1746504" cy="1225296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ORACLE</a:t>
            </a:r>
            <a:endParaRPr lang="en-US" dirty="0"/>
          </a:p>
        </p:txBody>
      </p:sp>
      <p:cxnSp>
        <p:nvCxnSpPr>
          <p:cNvPr id="11" name="Elbow Connector 10"/>
          <p:cNvCxnSpPr>
            <a:stCxn id="7" idx="2"/>
          </p:cNvCxnSpPr>
          <p:nvPr/>
        </p:nvCxnSpPr>
        <p:spPr>
          <a:xfrm rot="16200000" flipH="1">
            <a:off x="1934718" y="3580638"/>
            <a:ext cx="1138428" cy="1136904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9" idx="1"/>
          </p:cNvCxnSpPr>
          <p:nvPr/>
        </p:nvCxnSpPr>
        <p:spPr>
          <a:xfrm rot="5400000">
            <a:off x="3063240" y="3598164"/>
            <a:ext cx="1138428" cy="110185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82584" y="2798064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UI (</a:t>
            </a:r>
            <a:r>
              <a:rPr lang="en-US" sz="1600" dirty="0" smtClean="0"/>
              <a:t>NODE JS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8482584" y="3758184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16" name="Can 15"/>
          <p:cNvSpPr/>
          <p:nvPr/>
        </p:nvSpPr>
        <p:spPr>
          <a:xfrm>
            <a:off x="8276844" y="4718304"/>
            <a:ext cx="1746504" cy="1225296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MY SQL</a:t>
            </a:r>
            <a:endParaRPr lang="en-US" dirty="0"/>
          </a:p>
        </p:txBody>
      </p:sp>
      <p:cxnSp>
        <p:nvCxnSpPr>
          <p:cNvPr id="18" name="Straight Arrow Connector 17"/>
          <p:cNvCxnSpPr>
            <a:endCxn id="15" idx="0"/>
          </p:cNvCxnSpPr>
          <p:nvPr/>
        </p:nvCxnSpPr>
        <p:spPr>
          <a:xfrm>
            <a:off x="9150096" y="3319272"/>
            <a:ext cx="0" cy="438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5" idx="2"/>
            <a:endCxn id="16" idx="1"/>
          </p:cNvCxnSpPr>
          <p:nvPr/>
        </p:nvCxnSpPr>
        <p:spPr>
          <a:xfrm>
            <a:off x="9150096" y="4279392"/>
            <a:ext cx="0" cy="438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5" idx="1"/>
            <a:endCxn id="8" idx="3"/>
          </p:cNvCxnSpPr>
          <p:nvPr/>
        </p:nvCxnSpPr>
        <p:spPr>
          <a:xfrm rot="10800000">
            <a:off x="4850892" y="3319272"/>
            <a:ext cx="3631692" cy="699516"/>
          </a:xfrm>
          <a:prstGeom prst="bentConnector3">
            <a:avLst>
              <a:gd name="adj1" fmla="val 6636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5" idx="1"/>
            <a:endCxn id="9" idx="4"/>
          </p:cNvCxnSpPr>
          <p:nvPr/>
        </p:nvCxnSpPr>
        <p:spPr>
          <a:xfrm rot="10800000" flipV="1">
            <a:off x="3954780" y="4018788"/>
            <a:ext cx="4527804" cy="1312164"/>
          </a:xfrm>
          <a:prstGeom prst="bentConnector3">
            <a:avLst>
              <a:gd name="adj1" fmla="val 5323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462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STATE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93192" y="1690688"/>
            <a:ext cx="11420856" cy="47457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0120" y="1800416"/>
            <a:ext cx="10204704" cy="3291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GOOGLE CLOUD PLATFORM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501640" y="2779776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 dirty="0">
                <a:solidFill>
                  <a:prstClr val="white"/>
                </a:solidFill>
              </a:rPr>
              <a:t>MODULE 3</a:t>
            </a:r>
            <a:r>
              <a:rPr lang="en-US" sz="1200" dirty="0" smtClean="0">
                <a:solidFill>
                  <a:prstClr val="white"/>
                </a:solidFill>
              </a:rPr>
              <a:t> </a:t>
            </a:r>
            <a:r>
              <a:rPr lang="en-US" dirty="0">
                <a:solidFill>
                  <a:prstClr val="white"/>
                </a:solidFill>
              </a:rPr>
              <a:t>(</a:t>
            </a:r>
            <a:r>
              <a:rPr lang="en-US" sz="1200" dirty="0">
                <a:solidFill>
                  <a:prstClr val="white"/>
                </a:solidFill>
              </a:rPr>
              <a:t>ANGULAR</a:t>
            </a:r>
            <a:r>
              <a:rPr lang="en-US" dirty="0">
                <a:solidFill>
                  <a:prstClr val="white"/>
                </a:solidFill>
              </a:rPr>
              <a:t>)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501640" y="3739896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MICROSERVICE 3</a:t>
            </a:r>
            <a:endParaRPr lang="en-US" sz="1200" dirty="0"/>
          </a:p>
        </p:txBody>
      </p:sp>
      <p:sp>
        <p:nvSpPr>
          <p:cNvPr id="7" name="Can 6"/>
          <p:cNvSpPr/>
          <p:nvPr/>
        </p:nvSpPr>
        <p:spPr>
          <a:xfrm>
            <a:off x="5305044" y="4974019"/>
            <a:ext cx="1746504" cy="1225296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POSTGRE </a:t>
            </a:r>
            <a:r>
              <a:rPr lang="en-US" dirty="0" smtClean="0"/>
              <a:t>SQL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109472" y="2755647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MODULE 1 </a:t>
            </a:r>
            <a:r>
              <a:rPr lang="en-US" dirty="0" smtClean="0"/>
              <a:t>(</a:t>
            </a:r>
            <a:r>
              <a:rPr lang="en-US" sz="1200" dirty="0" smtClean="0"/>
              <a:t>ANGULAR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109472" y="3715767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MICROSERVICE 1</a:t>
            </a:r>
            <a:endParaRPr lang="en-US"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3343656" y="2755647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 dirty="0">
                <a:solidFill>
                  <a:prstClr val="white"/>
                </a:solidFill>
              </a:rPr>
              <a:t>MODULE </a:t>
            </a:r>
            <a:r>
              <a:rPr lang="en-US" sz="1200" dirty="0" smtClean="0">
                <a:solidFill>
                  <a:prstClr val="white"/>
                </a:solidFill>
              </a:rPr>
              <a:t>2 </a:t>
            </a:r>
            <a:r>
              <a:rPr lang="en-US" dirty="0">
                <a:solidFill>
                  <a:prstClr val="white"/>
                </a:solidFill>
              </a:rPr>
              <a:t>(</a:t>
            </a:r>
            <a:r>
              <a:rPr lang="en-US" sz="1200" dirty="0">
                <a:solidFill>
                  <a:prstClr val="white"/>
                </a:solidFill>
              </a:rPr>
              <a:t>ANGULAR</a:t>
            </a:r>
            <a:r>
              <a:rPr lang="en-US" dirty="0">
                <a:solidFill>
                  <a:prstClr val="white"/>
                </a:solidFill>
              </a:rPr>
              <a:t>)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43656" y="3715767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MICROSERVICE 2</a:t>
            </a:r>
            <a:endParaRPr lang="en-US" sz="1200" dirty="0"/>
          </a:p>
        </p:txBody>
      </p:sp>
      <p:sp>
        <p:nvSpPr>
          <p:cNvPr id="12" name="Rounded Rectangle 11"/>
          <p:cNvSpPr/>
          <p:nvPr/>
        </p:nvSpPr>
        <p:spPr>
          <a:xfrm>
            <a:off x="7812024" y="2755647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 dirty="0">
                <a:solidFill>
                  <a:prstClr val="white"/>
                </a:solidFill>
              </a:rPr>
              <a:t>MODULE </a:t>
            </a:r>
            <a:r>
              <a:rPr lang="en-US" sz="1200" dirty="0" smtClean="0">
                <a:solidFill>
                  <a:prstClr val="white"/>
                </a:solidFill>
              </a:rPr>
              <a:t>4 </a:t>
            </a:r>
            <a:r>
              <a:rPr lang="en-US" dirty="0">
                <a:solidFill>
                  <a:prstClr val="white"/>
                </a:solidFill>
              </a:rPr>
              <a:t>(</a:t>
            </a:r>
            <a:r>
              <a:rPr lang="en-US" sz="1200" dirty="0">
                <a:solidFill>
                  <a:prstClr val="white"/>
                </a:solidFill>
              </a:rPr>
              <a:t>ANGULAR</a:t>
            </a:r>
            <a:r>
              <a:rPr lang="en-US" dirty="0">
                <a:solidFill>
                  <a:prstClr val="white"/>
                </a:solidFill>
              </a:rPr>
              <a:t>)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12024" y="3715767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MICROSERVICE 4</a:t>
            </a:r>
            <a:endParaRPr lang="en-US"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9823704" y="2755647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 dirty="0">
                <a:solidFill>
                  <a:prstClr val="white"/>
                </a:solidFill>
              </a:rPr>
              <a:t>MODULE </a:t>
            </a:r>
            <a:r>
              <a:rPr lang="en-US" sz="1200" dirty="0" smtClean="0">
                <a:solidFill>
                  <a:prstClr val="white"/>
                </a:solidFill>
              </a:rPr>
              <a:t>5 </a:t>
            </a:r>
            <a:r>
              <a:rPr lang="en-US" dirty="0">
                <a:solidFill>
                  <a:prstClr val="white"/>
                </a:solidFill>
              </a:rPr>
              <a:t>(</a:t>
            </a:r>
            <a:r>
              <a:rPr lang="en-US" sz="1200" dirty="0">
                <a:solidFill>
                  <a:prstClr val="white"/>
                </a:solidFill>
              </a:rPr>
              <a:t>ANGULAR</a:t>
            </a:r>
            <a:r>
              <a:rPr lang="en-US" dirty="0">
                <a:solidFill>
                  <a:prstClr val="white"/>
                </a:solidFill>
              </a:rPr>
              <a:t>)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823704" y="3715767"/>
            <a:ext cx="1335024" cy="5212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MICROSERVICE 5</a:t>
            </a:r>
            <a:endParaRPr lang="en-US" sz="1200" dirty="0"/>
          </a:p>
        </p:txBody>
      </p:sp>
      <p:cxnSp>
        <p:nvCxnSpPr>
          <p:cNvPr id="17" name="Straight Arrow Connector 16"/>
          <p:cNvCxnSpPr>
            <a:stCxn id="8" idx="2"/>
            <a:endCxn id="9" idx="0"/>
          </p:cNvCxnSpPr>
          <p:nvPr/>
        </p:nvCxnSpPr>
        <p:spPr>
          <a:xfrm>
            <a:off x="1776984" y="3276855"/>
            <a:ext cx="0" cy="438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2"/>
            <a:endCxn id="11" idx="0"/>
          </p:cNvCxnSpPr>
          <p:nvPr/>
        </p:nvCxnSpPr>
        <p:spPr>
          <a:xfrm>
            <a:off x="4011168" y="3276855"/>
            <a:ext cx="0" cy="438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5" idx="2"/>
            <a:endCxn id="6" idx="0"/>
          </p:cNvCxnSpPr>
          <p:nvPr/>
        </p:nvCxnSpPr>
        <p:spPr>
          <a:xfrm>
            <a:off x="6169152" y="3300984"/>
            <a:ext cx="0" cy="438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2" idx="2"/>
            <a:endCxn id="13" idx="0"/>
          </p:cNvCxnSpPr>
          <p:nvPr/>
        </p:nvCxnSpPr>
        <p:spPr>
          <a:xfrm>
            <a:off x="8479536" y="3276855"/>
            <a:ext cx="0" cy="438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4" idx="2"/>
            <a:endCxn id="15" idx="0"/>
          </p:cNvCxnSpPr>
          <p:nvPr/>
        </p:nvCxnSpPr>
        <p:spPr>
          <a:xfrm>
            <a:off x="10491216" y="3276855"/>
            <a:ext cx="0" cy="438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9" idx="2"/>
            <a:endCxn id="7" idx="1"/>
          </p:cNvCxnSpPr>
          <p:nvPr/>
        </p:nvCxnSpPr>
        <p:spPr>
          <a:xfrm rot="16200000" flipH="1">
            <a:off x="3609118" y="2404841"/>
            <a:ext cx="737044" cy="44013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11" idx="2"/>
            <a:endCxn id="7" idx="1"/>
          </p:cNvCxnSpPr>
          <p:nvPr/>
        </p:nvCxnSpPr>
        <p:spPr>
          <a:xfrm rot="16200000" flipH="1">
            <a:off x="4726210" y="3521933"/>
            <a:ext cx="737044" cy="216712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3" idx="2"/>
            <a:endCxn id="7" idx="1"/>
          </p:cNvCxnSpPr>
          <p:nvPr/>
        </p:nvCxnSpPr>
        <p:spPr>
          <a:xfrm rot="5400000">
            <a:off x="6960394" y="3454877"/>
            <a:ext cx="737044" cy="230124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15" idx="2"/>
            <a:endCxn id="7" idx="1"/>
          </p:cNvCxnSpPr>
          <p:nvPr/>
        </p:nvCxnSpPr>
        <p:spPr>
          <a:xfrm rot="5400000">
            <a:off x="7966234" y="2449037"/>
            <a:ext cx="737044" cy="431292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6" idx="2"/>
            <a:endCxn id="7" idx="1"/>
          </p:cNvCxnSpPr>
          <p:nvPr/>
        </p:nvCxnSpPr>
        <p:spPr>
          <a:xfrm>
            <a:off x="6169152" y="4261104"/>
            <a:ext cx="9144" cy="7129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543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CURRENT STATE</vt:lpstr>
      <vt:lpstr>FUTURE STATE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ARCHITECTURE</dc:title>
  <dc:creator>dell</dc:creator>
  <cp:lastModifiedBy>dell</cp:lastModifiedBy>
  <cp:revision>3</cp:revision>
  <dcterms:created xsi:type="dcterms:W3CDTF">2026-03-02T20:14:21Z</dcterms:created>
  <dcterms:modified xsi:type="dcterms:W3CDTF">2026-03-02T20:23:12Z</dcterms:modified>
</cp:coreProperties>
</file>